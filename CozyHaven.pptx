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544c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544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d7d011e6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d7d011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d7d011e6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3d7d011e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544c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544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544c1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544c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d7d011e6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3d7d011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d7d011e6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3d7d011e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d7d011e6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3d7d011e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3d7d011e6_0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3d7d011e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d7d011e6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3d7d011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3d7d011e6_0_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3d7d011e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d7d011e6_0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3d7d011e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3d7d011e6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3d7d011e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d7d011e6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d7d011e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d7d011e6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3d7d011e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6f9544c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6f9544c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544c1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544c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Cozy Haven Stay – Hotel Booking System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Web-based hotel reservation platform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872400" y="3583050"/>
            <a:ext cx="4030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 J Kavinila</a:t>
            </a:r>
            <a:endParaRPr sz="41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Manual booking processes are time-consuming and inefficient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Lack of a centralized system to manage hotel listings and reservations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Difficulty in checking real-time room availability and pricing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Limited access to reliable hotel information and user reviews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Need for a secure, fast, and user-friendly online booking system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9975"/>
            <a:ext cx="9144000" cy="1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792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Proposed Solution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86355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Char char="●"/>
            </a:pPr>
            <a:r>
              <a:rPr lang="en" sz="2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real-time room availability, pricing, and detailed hotel information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Char char="●"/>
            </a:pP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 secure user authentication using JWT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Char char="●"/>
            </a:pP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Allow easy booking, cancellation, and booking history management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Char char="●"/>
            </a:pP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 dashboards for hotel owners to manage rooms and bookings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400"/>
              <a:buChar char="●"/>
            </a:pP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Enable admin control for managing users, hotels, and reservations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9975"/>
            <a:ext cx="9144000" cy="1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Features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63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700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Hotel search with filters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700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Room availability &amp; pricing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700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Booking &amp; reservation system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700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Booking history &amp; cancellation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3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700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Reviews and ratings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313" y="618600"/>
            <a:ext cx="4044549" cy="37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75"/>
            <a:ext cx="9144000" cy="1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Actors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939500" y="1017450"/>
            <a:ext cx="3837000" cy="3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User (Guest)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Hotel Owner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Administrator</a:t>
            </a:r>
            <a:endParaRPr sz="28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982050"/>
            <a:ext cx="51747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(Guest) Module</a:t>
            </a:r>
            <a:endParaRPr b="0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982050"/>
            <a:ext cx="8157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Register &amp; login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Search hotels &amp; view details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Book rooms and manage bookings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Cancel bookings &amp; view history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Add reviews and ratings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399993">
            <a:off x="5829478" y="1784855"/>
            <a:ext cx="5055275" cy="157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62275"/>
            <a:ext cx="4260300" cy="15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 Owner Module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982050"/>
            <a:ext cx="8157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Login to owner dashboard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Add, update, and delete rooms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 room availability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 bookings and process refunds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399993">
            <a:off x="5829478" y="1784855"/>
            <a:ext cx="5055275" cy="157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60412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Module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432025"/>
            <a:ext cx="8157000" cy="27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 user and hotel owner accounts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 hotel listings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Monitor and control all bookings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Ensure system security and access control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399993">
            <a:off x="5829478" y="1784855"/>
            <a:ext cx="5055275" cy="157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25" y="950575"/>
            <a:ext cx="3350674" cy="419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724" y="950575"/>
            <a:ext cx="4267201" cy="39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75" y="599250"/>
            <a:ext cx="4245625" cy="352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425" y="599250"/>
            <a:ext cx="4441176" cy="344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75" y="599250"/>
            <a:ext cx="4177625" cy="34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800" y="599250"/>
            <a:ext cx="4520500" cy="364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75" y="599250"/>
            <a:ext cx="3761325" cy="348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500" y="672951"/>
            <a:ext cx="4645101" cy="34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75" y="599250"/>
            <a:ext cx="3761325" cy="348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500" y="672951"/>
            <a:ext cx="4645101" cy="34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25" y="889350"/>
            <a:ext cx="4368674" cy="3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925" y="889350"/>
            <a:ext cx="4287675" cy="33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675"/>
            <a:ext cx="4399124" cy="31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925" y="1233675"/>
            <a:ext cx="4287676" cy="31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253275"/>
            <a:ext cx="3267000" cy="8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125" y="1233675"/>
            <a:ext cx="7621752" cy="30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Technology Stack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800600" y="1657500"/>
            <a:ext cx="4835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Char char="●"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Frontend: React.js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Char char="●"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Backend: Spring Boot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Char char="●"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Database: MySQL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Char char="●"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Authentication: JWT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          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